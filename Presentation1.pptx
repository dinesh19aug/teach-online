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9" r:id="rId23"/>
    <p:sldId id="270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7C94-A74E-30F9-B2A8-574345828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10643-985A-DD5C-917F-FB3F0B679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1D0C9-50BF-8618-2DE8-15F44B20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067D3-B333-89FC-1094-A419BB12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BC493-6DF8-F797-5143-5649DC66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7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3481-998A-EDEC-9CA0-0690F042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0991-6EEA-2B16-2265-61C3EA316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EB3F4-15C8-9676-EE7A-A76A3951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91F3-27FE-85D3-7CF4-2EC719CB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FF9D-BBF5-3B82-2906-EF5E8321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2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AF75-4C12-B2C8-9830-36E99A9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722D7-8F46-0B01-0440-80DBE2AE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41C20-FA7B-D8CC-37E6-9900CD0F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693D3-46D7-1178-BE94-AFD9E8E3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2F282-09A1-7C50-0A2C-D2029888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9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7F6B-30ED-8B15-E10D-569DA81E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5663-06CF-B55F-D98E-3806A54DC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B37E6-0478-D385-3291-E19307E1A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A937-56C6-0535-1224-A2F5B9B3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C1E2-B3DA-D141-D51A-33521D71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10A25-9AD2-F857-A54C-EB67C7E7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5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FF1A-E2C3-7E9D-0975-3643F710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3C78-6097-80D0-9C95-9D37F4924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9D28A-A8CD-8DA7-919E-1E3F3B674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D0C8B-B14C-FE5D-8BCD-35E05B9AD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50F3B-8445-F7BA-C221-0104A3A6A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8E500-8E2A-DF6D-9E9A-2A5E2E34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160FA-0D8F-CF89-4637-7007518A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4E19B2-0D79-823C-2F95-C8BE4C5D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45C3-13C0-28E8-D133-7D016E90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0A000-0585-F888-6FFE-D87AF32C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56C03-DE89-DF1B-CEB7-373C66EB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D7D0A-CF1E-39B1-EDCA-D7EF39D4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8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A4B12-FC77-828C-35DD-E9063E5C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E35C9-C460-9212-F2DD-A71C42F3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20B82-B567-855C-4F0E-D9727808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2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F006-48BF-761B-E319-367236F6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70F1D-F0FA-18AA-0E11-C2A68AC67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0A1E5-1A34-29E4-5D12-60F721379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F3D7B-1BEA-58A5-28BC-E615D8CD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A8C53-EB62-D0C0-0ECF-8E7E9E3A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E507A-DF54-385F-5FBD-04EE5DB4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6FB-D60B-A6B1-54CE-28ABC29E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F8944-F2E7-65D0-4E62-663BC2626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9102-10B0-9B88-6B98-4B4E8E698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CC697-CF9E-4785-7BDA-8D481132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2E89D-8D35-2023-287F-F21DB3E7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94E0F-65A2-8F7B-BAF8-E11C3860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3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6CD0-88C9-B43C-F34E-6E054824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285B1-9FF9-43AB-D339-DA2D6C199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80061-689C-701F-B445-903EBE3C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71B42-595A-CC31-BDB6-CADE81B6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EA763-7405-262B-6A39-EE05DADA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7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92D48-4193-542E-534E-FEB0751E5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66434-D945-D0C6-1537-F845072EE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2DE94-AAFA-1BDC-4097-184C172E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985B2-6608-E047-2770-81FF281E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87608-7AB7-81AD-E6DA-B6B1484F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0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E0C33-8CDF-40DA-7740-25CE01B7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BD250-FAA4-1A3E-635C-E28D4711B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2C749-C91A-B497-E1FA-EDA3D9185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CB4ED-A5A2-1142-BE89-98FC2DBC1AED}" type="datetimeFigureOut">
              <a:rPr lang="en-US" smtClean="0"/>
              <a:t>8/29/24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4920-1A1A-0436-7CFD-442A16F47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8BE1B-80C5-C448-E387-99F9171A0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67A78-D82A-A54B-926C-1F97D7E2A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2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E6F333-3A42-83B0-9AE6-DFE364854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1" y="1397000"/>
            <a:ext cx="3543300" cy="40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1E9B3-661A-1E3B-D9A1-852CE6AB3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536" y="1397000"/>
            <a:ext cx="77343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6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571D8-5580-4ECF-344D-C59EFD10E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5093" y="2965337"/>
            <a:ext cx="7810500" cy="185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0A362E-3058-3618-21C1-C35444159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9350"/>
            <a:ext cx="6329663" cy="612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1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B4AA08-F975-9CFF-A2CE-E67EBFC2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53193"/>
            <a:ext cx="7772400" cy="435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8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49EE75-5795-5254-9426-C604BD4B2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14" y="272143"/>
            <a:ext cx="7670800" cy="381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6D847C-CC09-79F3-658B-C394C2C8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086" y="3240021"/>
            <a:ext cx="7772400" cy="423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4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BE7834-A227-38FF-F6DC-27E4190A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271146"/>
            <a:ext cx="7070016" cy="36259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2210A1-414F-6B48-1182-74222350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431" y="3429000"/>
            <a:ext cx="6335140" cy="335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6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F3309D-AA11-028B-5ABF-14ECC6D0A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8" y="432695"/>
            <a:ext cx="7772400" cy="37501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DB0578-B431-0C4B-D279-3ABE243C8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327625"/>
            <a:ext cx="7772400" cy="390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3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23F681-A898-D74A-F818-0C29BE92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9976"/>
            <a:ext cx="7772400" cy="38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7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99D2AA-5ACA-AD4A-2E51-722CC9CE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09815"/>
            <a:ext cx="7772400" cy="4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0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9CEF29-D16E-D9D6-6F1A-C441019C9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3565"/>
            <a:ext cx="7772400" cy="38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0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E240EF-0DD8-FC92-D0A4-21E43B0E0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520950"/>
            <a:ext cx="68199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E28BED-CF42-3858-E45C-8E3F1CB2C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0047"/>
            <a:ext cx="7772400" cy="389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78E302-E92F-FC83-E9B9-7D74BC13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14" y="598715"/>
            <a:ext cx="5156200" cy="243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E290D9-CF56-7E15-6FA5-32A036613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584313"/>
            <a:ext cx="7772400" cy="447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FF5E8-E3CD-EF86-D5D1-231F1FC75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391018"/>
            <a:ext cx="6335486" cy="3730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EB4AFE-22FB-9BA7-C755-0D5DBC52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314" y="3485610"/>
            <a:ext cx="6498771" cy="337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3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FB7D1C-7E01-717E-A297-AB3A5BB3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3791"/>
            <a:ext cx="7772400" cy="38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07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29D086-C036-4642-A3C2-52BD5800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18407"/>
            <a:ext cx="7721600" cy="415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46E0DC-CEF0-F730-C3C2-949087DE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0" y="2953498"/>
            <a:ext cx="7772400" cy="39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3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328AF6-CF72-0912-97FB-A5AEE846B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84556"/>
            <a:ext cx="7772400" cy="34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1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0EA25D-7E71-75E4-7FC6-22411F14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711450"/>
            <a:ext cx="60198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F3688B-C408-6251-098D-7BF06380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9702"/>
            <a:ext cx="7772400" cy="419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5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393E93-D828-C659-C853-4794A0EF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2493"/>
            <a:ext cx="7772400" cy="41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17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47300F-EA17-919C-FD9D-8AF2D4D04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45577"/>
            <a:ext cx="7772400" cy="33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05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4CF80A-5D01-CC02-9B8B-E4B3D867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1606550"/>
            <a:ext cx="71755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02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7FA0B2-323D-A9B3-C0A3-F002F53BF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1858"/>
            <a:ext cx="7772400" cy="417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64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717380-2DD5-B914-B928-EC5AFBC3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800" y="1295400"/>
            <a:ext cx="6756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64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CE973-A324-E621-3E30-E6C36CC61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9742"/>
            <a:ext cx="7772400" cy="383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64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411A80-0127-AFF9-BB51-6C6C3F2EA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0" y="1193800"/>
            <a:ext cx="65405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25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A49A9C-25A8-EEB3-DEE7-143B2A2D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8060"/>
            <a:ext cx="7772400" cy="36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68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783AB8-D15C-E71A-BCE8-173BFD46F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0" y="1085850"/>
            <a:ext cx="52451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09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7EBA49-FE79-BADE-16BE-51A96FD5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7964"/>
            <a:ext cx="7772400" cy="41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00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1D2A98-C9CB-47D1-EA2F-9982D6C2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68019"/>
            <a:ext cx="7772400" cy="392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77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237E17-79FC-F3FE-0820-A252704E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1625600"/>
            <a:ext cx="71755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83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09593F-E7D2-9507-795C-80D695505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11641"/>
            <a:ext cx="7772400" cy="403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99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A20964-D05E-D5DE-2DDF-1F664836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8786"/>
            <a:ext cx="7772400" cy="43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13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D2FBD5-51EF-88CE-EAE4-4420DA813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7582"/>
            <a:ext cx="7772400" cy="41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28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7DE6F-FEE7-1E21-7F64-289587F6D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908050"/>
            <a:ext cx="65151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0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BF0E57-22B2-A865-C2F3-C3B17F0B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0" y="1193800"/>
            <a:ext cx="67945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51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4DC415-C581-B09C-9006-C7FE63D4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62847"/>
            <a:ext cx="7772400" cy="413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7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Macintosh PowerPoint</Application>
  <PresentationFormat>Widescreen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Arora</dc:creator>
  <cp:lastModifiedBy>Dinesh Arora</cp:lastModifiedBy>
  <cp:revision>2</cp:revision>
  <dcterms:created xsi:type="dcterms:W3CDTF">2024-08-29T13:38:12Z</dcterms:created>
  <dcterms:modified xsi:type="dcterms:W3CDTF">2024-08-29T14:34:20Z</dcterms:modified>
</cp:coreProperties>
</file>