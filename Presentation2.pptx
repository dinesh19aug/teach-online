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30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9200-9C06-2521-892A-C960AA948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0BA7C-85E2-D699-C66D-E4998E985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9C55-7E60-3BE7-6E25-A0A84110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F2E1-E59C-872C-0C9B-28704A10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1544D-4519-B178-6B51-8D4D728C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C7C0-D26A-A1B2-5A78-FDC4A4CC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9F87-C0B1-3C26-E84B-24E9E72B7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58B6-0546-4822-7D57-D4EE6DC2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F9EE2-4A01-260C-B455-AC303E0F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A8B3D-6496-5773-3824-E65148CF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8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15BD-DD3F-AE14-3BE0-2FF10E8D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8230B-9E1C-63E9-26E5-403CC6084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48470-43BC-653E-6CEB-D90410A0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F60B0-B7F2-146F-CB7E-DC838BDF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1D1B1-02EA-D9D7-5A21-F7C42690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BB95-F391-1238-8CE8-0469AB5A0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525B-8ADB-A480-C8A5-50C5D5EA7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3E678-4699-74C6-BD48-455624DB5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5447D-CA35-3EF1-EC32-2EEA1DB7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0E5DD-CF1A-FBDE-FAB1-3C7EE482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2FF18-8DAA-0ACB-B910-D1826C04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5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5325-2B6F-55AD-1AA5-EC0707FE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50CDC-4EBA-09E7-EE12-AA8C607B8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441FD-D79C-5916-DC0E-4ACB586EB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5229A-A3CB-B861-B1A2-9A4AE65E5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E1323-8154-7C77-E2EE-DBA70A4C6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361FD-44DA-4DD9-2534-6710E11E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F5216-99E8-E83F-73BB-14A8C04D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AA8D5-937A-6B0E-2943-D6DA4FB7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2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EE5A-1221-7A76-7A40-49B876DF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FD72E-BB1D-64C3-98D3-CB159125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4DD42-4839-1DAD-A527-4AA2823B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F8003-BD55-AA4E-F9CB-9A16EA6A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5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A2096-9C49-7889-0F88-DD5CA9C3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C617D-C49B-A532-A5EF-F5CD4190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96DA-5D4F-4637-C8FF-5175124B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97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3E3B-FB8A-9C97-08B0-504BE483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F394B-EC5E-EC57-A94A-1886C46CF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97B7C-BE36-E221-2FF0-420235F46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33A9C-88AC-5F68-2C26-2A019EBB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6A24D-87D6-139F-5CB8-44C7A95C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A604D-1317-E722-CE4C-A1D44BF3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7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55C6-4AD5-7D0D-7C86-12A3D8FBF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418B86-30FA-5B48-A57C-78B4DF39A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0473D-D847-A673-58C9-861480EE6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4F2FC-57E8-6210-DD24-2E8EEB46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73EB2-0A76-2068-F605-4827CD13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894ED-0B6D-6578-793A-E98715BE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9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F545-77C7-0980-EFDF-2E38FBD9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E4C6E-2993-F33D-7997-832B022D8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64F0-C355-3D3B-971C-3F47010B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B04F-AAD8-B432-FCCC-252C562F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7D741-8E08-8983-02A2-CECDEF15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79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ADE8D-3831-1178-2745-CA8DEE5D8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56E04-1AA9-EACC-7880-9ECCE4000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6686-092E-1FF6-05B1-3ABBAF9E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9FD89-6F8B-080E-6A83-10107203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4D1D-5E8C-9B44-66C8-32A3B42E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8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FC60A-156A-1C82-1E6D-AB7CB335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605C9-5EE8-0D1A-072E-52C94604D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BCFD-0A67-7937-A028-FC7823D0E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07B91-9B2C-5B4A-A997-FE6B2500B129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76FD2-1C64-8BF7-4062-5E36C2FE5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79E14-A590-7C77-3F00-632F66E54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CFD17-C4B0-1E48-AB4E-4A7044C48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9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87ED-1358-E6EB-C9B5-9B16C8923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AA914-29BF-6006-4DBA-02BBC927E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1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BDD929-7B9B-AB7E-FEB2-7EBA95D1A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17832"/>
            <a:ext cx="7772400" cy="42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0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A9C95-DBDF-C981-8668-ABF4EFDBB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50" y="1009650"/>
            <a:ext cx="63881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8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1811A3-AA6A-B04C-B532-539E59F1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1136650"/>
            <a:ext cx="7061200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6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C3BF57-35A7-9C3B-E032-74396AC4A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02146"/>
            <a:ext cx="7772400" cy="445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6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7048ED-76C0-0F94-9370-4817621B1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1073150"/>
            <a:ext cx="7747000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B16E51-583D-5D37-CAD0-CFC7F6E32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900" y="1270000"/>
            <a:ext cx="642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3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F66AC8-5F4A-E8FA-CA29-3DF97105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5957"/>
            <a:ext cx="7772400" cy="414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68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348100-581A-77CF-CD07-08D7E2EBC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77600"/>
            <a:ext cx="7772400" cy="43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1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E0AAED-8CF9-B91E-CEFD-393DE0D80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828800"/>
            <a:ext cx="73533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73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77E830-671D-2320-D9A4-864603DB2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17808"/>
            <a:ext cx="7772400" cy="222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2E4DD2-F7C6-7C7A-BAC7-CFF22100B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63174"/>
            <a:ext cx="7772400" cy="393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20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520CB9-5365-35B6-B2A4-10865D194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273300"/>
            <a:ext cx="56388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2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2FD68D-D999-429A-6318-A3B683276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1778000"/>
            <a:ext cx="75311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29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A07A50-3797-AB5C-49C0-278DD5D4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62625"/>
            <a:ext cx="7772400" cy="433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50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7F445-8470-79D2-1B60-5D2584C8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1324"/>
            <a:ext cx="7772400" cy="41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1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920E14-FE04-D3EB-CE02-3276EC12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24115"/>
            <a:ext cx="7772400" cy="38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51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344C66-B3A1-41A4-6E3F-E84CBE7C4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231900"/>
            <a:ext cx="76581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93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C141D4-556C-942D-0F02-CEE166B5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657"/>
            <a:ext cx="7772400" cy="3458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C9A09-5529-0C49-21D8-A06DB7736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807" y="2875643"/>
            <a:ext cx="77597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71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E4391C-0493-37EA-DCF3-8FCEAB4C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2" y="264497"/>
            <a:ext cx="7772400" cy="4326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6F958F-1DE1-6970-E3E9-D0847A448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057" y="2427513"/>
            <a:ext cx="71628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3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87A370-0FB6-1FD5-70E4-7F124BE9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7772400" cy="34151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573AF-8442-D808-6790-1F1499BB6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14" y="3632200"/>
            <a:ext cx="77724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2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FE725E-2657-67A7-AB72-94DC7A9EA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390072"/>
            <a:ext cx="6375400" cy="261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70791B-CA6E-72BE-3475-326207E1E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616854"/>
            <a:ext cx="7772400" cy="347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45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F38819-2BB5-0C5E-5580-A1DFCAB5B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2" y="204218"/>
            <a:ext cx="7772400" cy="45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31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80355C-B7FB-0BA6-57FC-B1812FAF3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1143000"/>
            <a:ext cx="7493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52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31611-06DD-D006-D613-69FCDC110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8672"/>
            <a:ext cx="7772400" cy="420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6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C1A8F4-6976-3AF8-7875-D8FECAC27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9664"/>
            <a:ext cx="7772400" cy="363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7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C83459-70B4-BDBE-0956-97BC198CE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1668"/>
            <a:ext cx="7772400" cy="371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57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181DEF-F1B2-CEC3-DDCA-36F41C649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0" y="1866900"/>
            <a:ext cx="70739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68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CBD3ED-6219-89E8-BFD7-B335FE9D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5761"/>
            <a:ext cx="7772400" cy="328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9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027A39-AAA7-0EBD-5369-13413050D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739900"/>
            <a:ext cx="76581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40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DB39C1-6ED2-F3A3-BD4E-1EAAC384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27668"/>
            <a:ext cx="7772400" cy="340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97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A8A10D-1A5B-C18E-B4F9-4338BBADC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55296"/>
            <a:ext cx="7772400" cy="37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40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37EB2C-3DAB-7B62-841A-1FBEB5F8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14270"/>
            <a:ext cx="7772400" cy="422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52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C64693-BF44-AEBD-25B7-FBD4AA21E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1606550"/>
            <a:ext cx="69088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08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5EE400-E9B3-4E6B-B318-60A82578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07189"/>
            <a:ext cx="7772400" cy="344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17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3AF7F7-6F8F-9B63-4687-783C982AF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78727"/>
            <a:ext cx="7772400" cy="350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30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97B3CA-8496-E3B5-4F59-BAD99527B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03846"/>
            <a:ext cx="7772400" cy="345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04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36EFB-BD3A-F7E9-5D8A-DC47B3EB0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3756"/>
            <a:ext cx="7772400" cy="391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72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DD8EC5-A529-7674-2595-2390E0DA9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89150"/>
            <a:ext cx="76200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0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7BD180-6A30-1841-913F-ECC9FED8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0" y="2673350"/>
            <a:ext cx="43942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95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71355D-D181-F7D0-1941-8927C86D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63660"/>
            <a:ext cx="7772400" cy="35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202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7BF3-940B-6499-21EA-2980A7C1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FF31-8031-1BB1-F7F0-CC06AE93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6B34A-5258-A2B7-9C5F-A93FBD46B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45663"/>
            <a:ext cx="7772400" cy="376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21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259E-7417-3F2E-A436-EE45E980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5C030-1E26-A7E3-CB50-3E2D0894B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D597C-786A-559B-4ABB-6752AF075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9034"/>
            <a:ext cx="7772400" cy="387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039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2452-4177-04B2-58AF-B3D00058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F6A38-CC11-9836-7183-E7B737A10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BCEDD-7BC7-918C-1815-1F369FB94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30305"/>
            <a:ext cx="7772400" cy="37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68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E74B-8068-ABB9-B744-2657C4C6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9C643-4DBC-56E8-7753-49966A59B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44F07-AF4B-7FE1-9D6E-BB97CD751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9511"/>
            <a:ext cx="7772400" cy="367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3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3CAF-701E-84AF-7F8D-1CF5BA3D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4B8F-AD4F-7A38-0F50-AE8EC05DB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9B42E-0E50-A544-D8AC-DEA746B46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3284"/>
            <a:ext cx="7772400" cy="37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10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8933-7F55-B5CB-9845-6BEDD1EC4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C5AB-39B2-2239-DEF6-3789C1D2E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50764-3C8E-954F-4D9F-B5E3047D0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6144"/>
            <a:ext cx="7772400" cy="414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3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Arora</dc:creator>
  <cp:lastModifiedBy>Dinesh Arora</cp:lastModifiedBy>
  <cp:revision>1</cp:revision>
  <dcterms:created xsi:type="dcterms:W3CDTF">2024-08-29T14:31:41Z</dcterms:created>
  <dcterms:modified xsi:type="dcterms:W3CDTF">2024-08-29T14:32:17Z</dcterms:modified>
</cp:coreProperties>
</file>